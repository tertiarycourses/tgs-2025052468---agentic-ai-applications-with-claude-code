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6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20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1" r:id="rId72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-13-6.png"/><Relationship Id="rId9" Type="http://schemas.openxmlformats.org/officeDocument/2006/relationships/image" Target="../media/image-13-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image" Target="../media/image-23-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14.0  ·  2 Sep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Capstone · Activity 6 + capstone presentations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on web, desktop &amp; mobile for everyday tasks.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33680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6" name="Shape 4"/>
          <p:cNvSpPr/>
          <p:nvPr/>
        </p:nvSpPr>
        <p:spPr>
          <a:xfrm>
            <a:off x="3642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5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36423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36423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tool in your terminal, IDE &amp; desktop.</a:t>
            </a:r>
            <a:endParaRPr lang="en-US" sz="1050" dirty="0"/>
          </a:p>
        </p:txBody>
      </p:sp>
      <p:sp>
        <p:nvSpPr>
          <p:cNvPr id="210" name="Shape 3"/>
          <p:cNvSpPr/>
          <p:nvPr/>
        </p:nvSpPr>
        <p:spPr>
          <a:xfrm>
            <a:off x="61874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1" name="Shape 4"/>
          <p:cNvSpPr/>
          <p:nvPr/>
        </p:nvSpPr>
        <p:spPr>
          <a:xfrm>
            <a:off x="64617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65" y="2592705"/>
            <a:ext cx="247650" cy="247650"/>
          </a:xfrm>
          <a:prstGeom prst="rect">
            <a:avLst/>
          </a:prstGeom>
        </p:spPr>
      </p:pic>
      <p:sp>
        <p:nvSpPr>
          <p:cNvPr id="213" name="Text 5"/>
          <p:cNvSpPr/>
          <p:nvPr/>
        </p:nvSpPr>
        <p:spPr>
          <a:xfrm>
            <a:off x="64617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Cowork</a:t>
            </a:r>
            <a:endParaRPr lang="en-US" sz="1300" dirty="0"/>
          </a:p>
        </p:txBody>
      </p:sp>
      <p:sp>
        <p:nvSpPr>
          <p:cNvPr id="214" name="Text 6"/>
          <p:cNvSpPr/>
          <p:nvPr/>
        </p:nvSpPr>
        <p:spPr>
          <a:xfrm>
            <a:off x="64617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 for non-developers to automate files &amp; tasks.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90068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6" name="Shape 4"/>
          <p:cNvSpPr/>
          <p:nvPr/>
        </p:nvSpPr>
        <p:spPr>
          <a:xfrm>
            <a:off x="9281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92811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92811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polished UI &amp; frontend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2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Microsoft 365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33680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6" name="Shape 4"/>
          <p:cNvSpPr/>
          <p:nvPr/>
        </p:nvSpPr>
        <p:spPr>
          <a:xfrm>
            <a:off x="3642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7" name="Image 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5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36423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36423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navigates and acts on the web for you.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61874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1" name="Shape 4"/>
          <p:cNvSpPr/>
          <p:nvPr/>
        </p:nvSpPr>
        <p:spPr>
          <a:xfrm>
            <a:off x="64617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2" name="Image 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9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64617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64617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AI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wording of a single prompt to get good output.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what the model sees — files, memory and tools.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around the model: loop, tools, verification.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Systems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long tasks autonomously — Claude Code, Cowork, Codex.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shift the work from wording prompts → curating context → engineering the whole harness.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5" name="Image 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Form Pre &amp; Post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Claude Code hook script under .claude/hooks/ and wire it in .claude/settings.json.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hook — guard edits (e.g. validate/block) before Claude's tools run.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Pre-submit (form): have Claude validate every enquiry-form entry — name, email, tel — with inline errors.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Post-submit (form): on success play a voice message — “Hurray, thank you for your submission, we will get back to you in 3 business days.”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balloon / confetti effect on successful submission.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both the pre (validation) and post (voice + balloon) behaviour.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hooks live in .claude/hooks + .claude/settings.json; the form pre/post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Capstone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new project with Claude Code using the 7-step workflow, then present it. It can be a website, a web tool, a full-stack app or a mobile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8712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an idea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project: website, web tool, full-stack or mobile app.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33672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8712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34840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clear build prompt (use ChatGPT to help).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18704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7" name="Shape 13"/>
          <p:cNvSpPr/>
          <p:nvPr/>
        </p:nvSpPr>
        <p:spPr>
          <a:xfrm>
            <a:off x="8119872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712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95944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Build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19872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mode, then execute in bypass-permissions mode.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885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Commit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9808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for CLAUDE.md; push the code to GitHub.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33672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7" name="Shape 21"/>
          <p:cNvSpPr/>
          <p:nvPr/>
        </p:nvSpPr>
        <p:spPr>
          <a:xfrm>
            <a:off x="4434840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28853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10912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CI/CD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434840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automate redeploys with GitHub Actions.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918704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32" name="Shape 25"/>
          <p:cNvSpPr/>
          <p:nvPr/>
        </p:nvSpPr>
        <p:spPr>
          <a:xfrm>
            <a:off x="8119872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28853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95944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119872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your project and walk through how you built it.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Your Build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how to phrase it? Ask a chatbot (ChatGPT or Claude) to write your build prompt first, then paste the result into Claude 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to give the chatbot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prompt to build a web app for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idea]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with the following features: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[feature 1]
  - [feature 2]
  - [feature 3]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should be built in HTML / CSS / JavaScript.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the prompt in markdown format.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refine the generated prompt and run it through the 7-step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Convert &amp; Present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deliver your capstone mini-project presentation.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build, deployment, tests and optimisations to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