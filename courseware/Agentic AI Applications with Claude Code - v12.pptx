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hyperlink" Target="https://www.linkedin.com/in/angchewhoe/" TargetMode="External"/><Relationship Id="rId9" Type="http://schemas.openxmlformats.org/officeDocument/2006/relationships/hyperlink" Target="https://github.com/alfredang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8" Type="http://schemas.openxmlformats.org/officeDocument/2006/relationships/image" Target="../media/image-4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TGS-2025052468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97135" y="1371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12.0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Claude Code.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the Agentic Loop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Sessions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Scheduled Tasks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&amp; deploy a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/gitpush + MCP screenshot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 Project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 (9:00 AM – 6:00 PM)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admin, attendance (AM), introductions, ground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 – 10:30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1.1: setup, agentic loop &amp; tools, permission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– 10:40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10:40 – 11:20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1.2: context, memory, sessions, scheduled tasks, /goal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– 12:30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1: Build &amp; deploy a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Custom commands · Activity 2: /gitpush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MCP tools · Activity 3: Playwright screenshot + form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2:55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 – 3:40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Agent skills · Activity 4: frontend-design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Sub agents &amp; hooks · Activity 5: security + UX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4:25 – 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Capstone · Activity 6 + capstone presentations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4:50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Q&amp;A, attendance (PM)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6:00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Assessment: 30 min WA + 30 min PP (on the LMS)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30 min, starts 5:00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30 min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a 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Product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offers several Claude products — here's how they differ so you know which is which.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072030" cy="30175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Claude.ai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30752"/>
            <a:ext cx="161483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assistant on web, desktop &amp; mobile for everyday tasks.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803550" y="2286000"/>
            <a:ext cx="2072030" cy="30175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7787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03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77870" y="3246120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077870" y="3730752"/>
            <a:ext cx="161483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tool in your terminal, IDE &amp; desktop.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58461" y="2286000"/>
            <a:ext cx="2072030" cy="30175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32781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941" y="26974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32781" y="3246120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332781" y="3730752"/>
            <a:ext cx="161483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agent for non-developers to automate files &amp; tasks.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313371" y="2286000"/>
            <a:ext cx="2072030" cy="30175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87691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851" y="26974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7691" y="3246120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Design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587691" y="3730752"/>
            <a:ext cx="161483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polished UI &amp; frontend designs.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9568282" y="2286000"/>
            <a:ext cx="2072030" cy="30175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842602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9762" y="269748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42602" y="3246120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Microsoft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9842602" y="3730752"/>
            <a:ext cx="161483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inside Microsoft 365 &amp; Outlook.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powered by the same Claude models — they differ in where they run and who they're for.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AI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25400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wording of a single prompt to get good output.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what the model sees — files, memory and tools.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around the model: loop, tools, verification.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Systems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12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long tasks autonomously — Claude Code, Cowork, Codex.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 models shift the work from wording prompts → curating context → engineering the whole harness.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Harness Engineering?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is the system built around the model — the agentic loop, tools, context management, verification and guardrails — that turns a capable model into an agent which can complete long-running tasks. Harness engineering is designing that scaffolding (and stripping it back as models improve).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harness provides: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(files, shell, MCP)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memory management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harness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2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2" name="Text 10"/>
          <p:cNvSpPr/>
          <p:nvPr/>
        </p:nvSpPr>
        <p:spPr>
          <a:xfrm>
            <a:off x="90982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simplest harness that works — and re-examine it with every new, more capable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tool that lives in your terminal. You describe a goal in plain English, and Claude plans, writes, runs and verifies the work — editing files, running commands and using tools on your behalf.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 already work — no heavy IDE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and acts, not just autocompletes.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files, runs bash, calls MCP servers.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commands, skills, sub-agents and hooks.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real engineering tasks end to end — describe the outcome and it does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apps and whole projects from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&amp; 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errors; read logs and stack traces.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restructure and document existing code.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git, tests, deployment and CI/CD workflows.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  </a:t>
            </a:r>
            <a:pPr indent="0" marL="0"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sites &amp; landing pages · internal web tools · full-stack apps · mobile apps · scripts &amp; automations · data tasks.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agentic loop runs everywhere — choose the interface that fits how you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CLI, then run `claude` in any project.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curl -fsSL claude.ai/install.sh | bash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(VS 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(also Cursor &amp; JetBrains): inline diffs, @-mentions, plan review.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5008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8346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GUI for parallel sessions, scheduled tasks and connectors — runs on your machine.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yet? In VS Code just ask Claude Code: “install claude cli in the terminal for me.”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included in the subscription plans (from Pro up) and is also available pay-as-you-go via the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$17/mo (annual) · $20 monthly. Claude Code included.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$100/mo — 5× or 20× more usage than Pro.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standard · $100/seat premium (5× usage).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6060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+ usage at API rates. Contact sales.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pay-as-you-go (per million tokens, input / output):  </a:t>
            </a:r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4.8 $5 / $25   ·   Sonnet 4.6 $3 / $15   ·   Haiku 4.5 $1 / $5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is also available. Prices as of June 2026 — verify at claude.com/pricing.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task runs the same repeating cycle. Understanding this loop is the key to working effectively with an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run searches,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understand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971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MCP tools to make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1344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55664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971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lint, 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check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correct.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7696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971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2016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as new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loop until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 → context → action → verification → repeat → goal met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loop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direction, not micro-steps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1762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and constraints clearly; let the loop figure out the steps.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everything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good as its ability to check its own work — provide tests, linters, screenshots.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410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mid-loop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7160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plan, interrupt, and course-correct rather than waiting for a wrong final answer.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28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45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fuel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371600" y="5138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see determines what it can do — leading us to context engineering.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Claude Code agentic. Each tool use returns information that feeds the next decision in the loop.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edit, create, rename and reorganise files.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pattern, grep content, explore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commands, tests, builds and git.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fetch docs or error messages.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subagents, code intelligence and your configured extensions (MCP, skills, hooks).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E2C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pPr indent="0" marL="0">
              <a:buNone/>
            </a:pPr>
            <a:r>
              <a:rPr lang="en-US" sz="1400" i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responsive software-dev website with an enquiry form, then test it.”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9496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folder &amp; CLAUDE.md; plans the hero, testimonials and form sections.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35584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930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310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94960" y="331012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index.html, styles.css and script.js with form validation.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9709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3425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1513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394960" y="415137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 via Playwright MCP and submits the form to test it.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7550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9926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394960" y="499262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validation bug, fixes script.js, re-tests — then reports done.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to Build an App with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78024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68" y="21808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build (draft the prompt with ChatGPT).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0"/>
          <p:cNvSpPr/>
          <p:nvPr/>
        </p:nvSpPr>
        <p:spPr>
          <a:xfrm>
            <a:off x="363016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64" y="21808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30168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plan before coding (Shift+Tab).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5664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6"/>
          <p:cNvSpPr/>
          <p:nvPr/>
        </p:nvSpPr>
        <p:spPr>
          <a:xfrm>
            <a:off x="645566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29016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21808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55664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plan in Bypass Permissions mode.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81160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7" name="Text 22"/>
          <p:cNvSpPr/>
          <p:nvPr/>
        </p:nvSpPr>
        <p:spPr>
          <a:xfrm>
            <a:off x="92811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54512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956" y="21808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(/init)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281160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CLAUDE.md to capture project context.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04672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4" name="Text 28"/>
          <p:cNvSpPr/>
          <p:nvPr/>
        </p:nvSpPr>
        <p:spPr>
          <a:xfrm>
            <a:off x="80467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2478024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468" y="405536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GitHub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04672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push your code.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74136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30168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1" name="Text 34"/>
          <p:cNvSpPr/>
          <p:nvPr/>
        </p:nvSpPr>
        <p:spPr>
          <a:xfrm>
            <a:off x="3630168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5303520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964" y="4055364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30168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3630168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(e.g. GitHub Pages).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99632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455664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8" name="Text 40"/>
          <p:cNvSpPr/>
          <p:nvPr/>
        </p:nvSpPr>
        <p:spPr>
          <a:xfrm>
            <a:off x="6455664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8129016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4055364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5664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6455664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 with GitHub Actions.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do steps 1–3 now (Activity 1a), then context engineering, then steps 4–7 (Activity 1b).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GOAL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Clear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goal &amp; features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the brief, the better the build.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to draft 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expand your idea into a detailed prompt, then paste it into Claude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essentials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sections · behaviour · styling · deliverable.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 (software-dev website)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2402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single-page, responsive website
for a software development company
(HTML, CSS, vanilla JS — no frameworks).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services + capture leads.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Hero + CTA  2) 3 testimonial
cards  3) Enquiry form (JS validation,
console.log, commented fetch()).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Styling: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mobile-first, CSS variables,
Google Font, smooth scroll, accessible.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by opening the file.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prompt is in your Learner Guide (Activity 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control how often Claude pauses to ask before editing files or running commands.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freely; asks before edits and shell commands.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 and common filesystem commands.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and proposes a plan without editing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background safety checks (research preview).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cycle modes; the current mode shows in the status bar.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— Handle with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bypassPermissions  /  --dangerously-skip-permissions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all permission prompts and safety checks — tool calls run immediately.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against prompt injection or unintended actions.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isolated containers / VMs without internet access.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start as root/sudo; cannot be entered mid-session.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auto mode for fewer prompts WITH background safety checks.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in VS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Claude build hands-free, enable bypass-permissions mode — use it only in a trusted, sandboxed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VS Code Settings → Extensions → Claude Code.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“Allow dangerously skip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prompt box, open the mode selector.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“Bypass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Give your build prompt — Claude runs without per-action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equivalent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--dangerously-skip-permissions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checks or prompt-injection protection. Sandboxed / trusted projects only — prefer auto mode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Goal, Plan &amp; Build (Steps 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Goal &amp; Features: draft a detailed build prompt (use ChatGPT) for the software-dev website.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Plan Mode: have Claude plan the build (Shift+Tab) and review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Execute: approve the plan and build the site in Bypass Permissions mode.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check the hero, testimonials and enquiry form work.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 prompt is in your Learner Guide (Activity 1).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practice of curating exactly what Claude sees — instructions, files and tools — so it has the right information and nothing that wastes its limited context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loaded every session. Run /init to generate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mentions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specific files or folders into context on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conversation to reclaim context space.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slate for a fresh, unrelated task.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tight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conventions, commands to run. Short and high-signal.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what's needed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 mentions instead of pasting whole folders.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before it overflows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context meter; /compact at natural breakpoints.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between tasks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so old context doesn't bleed into new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Web App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HTML, CSS, JS. No frameworks.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 index.html, mobile-first
- Use CSS variables for colors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Deploy: push to main (GH Pages)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CLAUDE.md (/init)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CLAUDE.md so Claude remembers your project's structure and conventions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is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Single-page marketing site. HTML + CSS + vanilla JS — no framework, no build step.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Running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index.html directly in a browser. No dev server.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  — sections: #home, #services, #testimonials, #contact
- styles.css  — design tokens in :root variables; mobile-first
- script.js   — enquiry-form validation (one DOMContentLoaded handler)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short and high-signal — see github.com/alfredang/softwaredevleopment.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 window holds everything it can see at once. As you work it fills up, so manage it deliberately.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CLAUDE.md, memory, conversation, file reads, tool output, skills.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using space; run /mcp for per-server token cost.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Auto-compaction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limit, old tool outputs clear first, then history is summarised.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lean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schemas load on demand; subagents keep their own context.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persistent rules in CLAUDE.md — conversation detail can be lost during compaction.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fresh. Two mechanisms carry knowledge across sessions.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instructions &amp; rules.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/init; keep under ~200 lines.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project, user, or organisation.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full every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Memory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it — learnings &amp; patterns.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MEMORY.md per repository.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200 lines / 25KB load each session.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edit with /memory.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 saved conversation tied to a project directory. Resume, branch, name and switch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the most recent session in this directory.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picker to browse and search.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/rename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session so it's findable later.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conversation to try another approach.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saved locally; use /clear and /compact to manage context within one.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SCHEDULED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(Desktop Routines) start a new session automatically — for daily reviews, audits or briefings.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→ New routine → Local; set name &amp; instructions.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weekdays or weekly — or describe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while the app is open and your machine is awake.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pause, edit, and review run history.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ask: “set up a daily code review that runs every morning at 9am.”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Working Toward a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sets a completion condition. After each turn a fast model checks it, and Claude keeps working until it's met.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&lt;cond&gt;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verifiable end state, e.g. “all tests pass”.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turns, tokens and the latest reason.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clear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active goal before it's met.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Haiku evaluator judges the condition each 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Claude can prove in the transcript — e.g. “npm test exits 0”.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Deploy &amp; CI/CD (Steps 4–7)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Context: run /init to generate CLAUDE.md for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Commit to GitHub: initialise git and push your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Deployment: deploy to GitHub Pages via GitHub Actions; add a README.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CI/CD: confirm each push automatically rebuilds and redeploys the site.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live GitHub Pages link: https://&lt;username&gt;.github.io/software-dev-site/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deployed GitHub Pages URL with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.claude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keeps its configuration in two places: your user folder (applies everywhere) and the project folder (shared with your team via version control).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   (user — all projects)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settings, hooks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personal memory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 skills/  commands/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projects/&lt;p&gt;/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sessions + memory/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MCP servers, 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&lt;project&gt;/.claude/   (team — in git)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shared settings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personal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memory &amp; rules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/slash commands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agents/&lt;name&gt;.md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sub agents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project MCP servers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scope applies to every project; project scope is committed so your whole team shares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CUSTOM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Slash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are reusable prompts saved as Markdown files. Type a slash command to run a multi-step workflow the same way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your project (or ~/.claude for personal).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name.md — the filename becomes /name.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 to pick up new commands.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$ARGUMENTS to pass input into the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.claude/commands/gitpush.md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089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all code to GitHub, then: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 a README
2. Enable GitHub Pages
3. Update repo About + Pages link
4. Scan for secrets before publishing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$ARGUMENTS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/gitpush Command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.claude/commands/gitpush.md in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push/update all code to GitHub.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generate a README for the repository.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create a GitHub Page via GitHub Actions.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update the repo About section and add the GitHub Pages link.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security scan so no sensitive data is published.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Code, then run /gitpush to execute the whole workflow.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Claude Code connect to external tools and data sources through a common interface — like a USB-C port for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tools/data (e.g. Playwright, GitHub, databases).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connects to servers and calls their tools.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HTTP/SSE — transport-agnostic communication.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publishes callable actions Claude can use.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— register an HTTP or local stdio server.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(this project), project (.mcp.json, shared), or user (all projects).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use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list to check status; /mcp to manage in-session.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hosted server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--transport \
   http docs &lt;url&gt;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stdio server (project)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playwright \
   -s project -- npx -y \
  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servers live in .mcp.json — commit it so teammates get the same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MCP server lets Claude Code drive a real browser — open pages, click, fill forms and capture screenshots — perfect for testing the website you just built.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project level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 to your project's MCP config.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permissions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Claude to launch and control the browser.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site and take a screenshot.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playwright \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npx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my site and take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screenshot, then add it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the README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Use Playwright MCP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Playwright MCP tool at the project level.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browser permissions for Claude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deployed website in the browser.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screenshot of the site using the Playwright MCP tool.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screenshot to your README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screenshot renders correctly in your GitHub README.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Enquiry Form (Playwright)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enquiry form to send submissions to angch@tertiaryinfotech.com (e.g. Formspree or a fetch to your endpoint).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use the Playwright MCP tool to open your deployed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with test data (name, email, message) and submit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success message appears and the data is captured in the console.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enquiry email actually arrives in the inbox.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each change so every enquiry reliably reaches your email.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Capstone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 folders of instructions (SKILL.md) plus optional scripts and resources that teach Claude how to do a specialised task. Claude loads a skill only when it's relevant.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instructions Claude follows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— shared with your repo &amp; team.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skills add &lt;repo&gt; --skill &lt;name&gt;.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skill to fit your project's needs.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Skills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frontend-design: npx skills add https://github.com/anthropics/skills --skill frontend-design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the frontend design to appeal to software-dev clients.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seo-audit: npx skills add https://github.com/coreyhaines31/marketingskills --skill seo-audit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seo-audit skill to optimise the website's SEO.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skills install into .claude/skills/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are specialised assistants with their own prompt, tools and context window. Delegate focused jobs — like security review or UX critique — to keep the main thread clean.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/agents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Project to save under .claude/agents/.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clear role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tools and when to invoke 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 agent runs in its own context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.claude/agents/security-scan.md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for vulns
  &amp; hardening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security reviewer...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Sub Agents?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sub agent when a side task would flood your main conversation with output you won't reference again.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logs stay in the agent's own window — only the summary returns.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constraints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exactly which tools the sub agent is allowed to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specialise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configs across projects; focused prompts for each domain.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costs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narrow tasks to a faster, cheaper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sub agent when you keep spawning the same kind of worker with the same instructions.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 vs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71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71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289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289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855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9855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43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0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700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0" cy="22860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685800" y="4526280"/>
            <a:ext cx="50292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2240280"/>
            <a:ext cx="22860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 (Team Lead)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3980" y="2468880"/>
            <a:ext cx="0" cy="54864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052560" y="2505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assign 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26405A"/>
          </a:solidFill>
          <a:ln w="19050">
            <a:solidFill>
              <a:srgbClr val="4F86C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67512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Task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5683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5683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7665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8398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32561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561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8398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4353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5276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9439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99439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01041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3568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646920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8321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report back to one main agent · agent teams coordinate via a shared task list.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Custom Sub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security-scan sub agent in .claude/agents/ to find vulnerabilities and harden the 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apply the recommended fixes.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lead-magnets: npx skills add https://github.com/coreyhaines31/marketingskills --skill lead-magnets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UI/UX review sub agent that uses lead-magnets to optimise for lead capture.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.claude/agents/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shell commands that run automatically at defined points in Claude Code's lifecycle — letting you enforce rules, format code, or trigger actions without asking.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tool — validate or block an action.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tool — auto-format or test.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Claude needs input or finishes.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cleanup or checks when a task ends.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.claude/settings.json under "hooks".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with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optional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always run at their event — they don't rely on the model deciding 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after edits, run tests, block risky commands, send notifications.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"hooks" block to .claude/settings.json (matchers + commands).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"hooks": 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"PostToolUse":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"matcher": "Edit|Write",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"hooks":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"command",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"command":
          "npx prettier --write ."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event context on stdin as JSON — perfect for lint, format and guardrail scripts.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— Form Pre &amp; Post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 Claude Code hook script under .claude/hooks/ and wire it in .claude/settings.json.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hook — guard edits (e.g. validate/block) before Claude's tools run.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Pre-submit (form): have Claude validate every enquiry-form entry — name, email, tel — with inline errors.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Post-submit (form): on success play a voice message — “Hurray, thank you for your submission, we will get back to you in 3 business days.”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balloon / confetti effect on successful submission.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Playwright MCP to test both the pre (validation) and post (voice + balloon) behaviour.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hooks live in .claude/hooks + .claude/settings.json; the form pre/post behaviour lives in script.js.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MINI CAPSTONE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Capstone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new project with Claude Code using the 7-step workflow, then present it. It can be a website, a web tool, a full-stack app or a mobile app.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8712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an idea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project: website, web tool, full-stack or mobile app.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33672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8712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34840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clear build prompt (use ChatGPT to help).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18704" y="25603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17" name="Shape 13"/>
          <p:cNvSpPr/>
          <p:nvPr/>
        </p:nvSpPr>
        <p:spPr>
          <a:xfrm>
            <a:off x="8119872" y="276148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87121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95944" y="2743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&amp; Build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119872" y="32186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mode, then execute in bypass-permissions mode.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22" name="Shape 17"/>
          <p:cNvSpPr/>
          <p:nvPr/>
        </p:nvSpPr>
        <p:spPr>
          <a:xfrm>
            <a:off x="749808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28853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Commit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49808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for CLAUDE.md; push the code to GitHub.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233672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27" name="Shape 21"/>
          <p:cNvSpPr/>
          <p:nvPr/>
        </p:nvSpPr>
        <p:spPr>
          <a:xfrm>
            <a:off x="4434840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28853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10912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CI/CD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434840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automate redeploys with GitHub Actions.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7918704" y="39776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2E2C26"/>
          </a:solidFill>
          <a:ln/>
        </p:spPr>
      </p:sp>
      <p:sp>
        <p:nvSpPr>
          <p:cNvPr id="32" name="Shape 25"/>
          <p:cNvSpPr/>
          <p:nvPr/>
        </p:nvSpPr>
        <p:spPr>
          <a:xfrm>
            <a:off x="8119872" y="4178808"/>
            <a:ext cx="457200" cy="45720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288536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695944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119872" y="4636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your project and walk through how you built it.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MINI CAPSTONE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Your Build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how to phrase it? Ask a chatbot (ChatGPT or Claude) to write your build prompt first, then paste the result into Claude Code.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2926080"/>
          </a:xfrm>
          <a:prstGeom prst="roundRect">
            <a:avLst>
              <a:gd name="adj" fmla="val 187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to give the chatbot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424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prompt to build a web app for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idea]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with the following features: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[feature 1]
  - [feature 2]
  - [feature 3]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should be built in HTML / CSS / JavaScript.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the prompt in markdown format.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refine the generated prompt and run it through the 7-step workflow.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Convert &amp; Present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 MCP to test the enquiry form end-to-end.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enquiries are sent to angch@tertiaryinfotech.com.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WhatsApp floating widget (bottom-right) with suggestive queries, linked to +65 9698 3731.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final security scan and lead-magnet UX review.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deliver your capstone mini-project presentation.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your build, deployment, tests and optimisations to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 and context engineering power everything Claude Code does.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and MCP tools automate and extend your workflow.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513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38328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 agents and hooks make Claude a specialised teammate.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75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3383280" y="49926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built, deployed, tested, secured and optimised a real website.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ai-lms-tms.tertiaryinfo.tech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Claude Code</dc:title>
  <dc:subject>PptxGenJS Presentation</dc:subject>
  <dc:creator>Dr. Alfred Ang</dc:creator>
  <cp:lastModifiedBy>Dr. Alfred Ang</cp:lastModifiedBy>
  <cp:revision>1</cp:revision>
  <dcterms:created xsi:type="dcterms:W3CDTF">2026-06-27T18:49:35Z</dcterms:created>
  <dcterms:modified xsi:type="dcterms:W3CDTF">2026-06-27T18:49:35Z</dcterms:modified>
</cp:coreProperties>
</file>