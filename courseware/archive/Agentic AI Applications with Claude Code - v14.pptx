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66.xml" ContentType="application/vnd.openxmlformats-officedocument.presentationml.slide+xml"/>
  <Override PartName="/ppt/slides/slide6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22" r:id="rId7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14.0  ·  2 Sep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Capstone · Activity 6 + capstone presentations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33680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6" name="Shape 4"/>
          <p:cNvSpPr/>
          <p:nvPr/>
        </p:nvSpPr>
        <p:spPr>
          <a:xfrm>
            <a:off x="3642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36423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36423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050" dirty="0"/>
          </a:p>
        </p:txBody>
      </p:sp>
      <p:sp>
        <p:nvSpPr>
          <p:cNvPr id="210" name="Shape 3"/>
          <p:cNvSpPr/>
          <p:nvPr/>
        </p:nvSpPr>
        <p:spPr>
          <a:xfrm>
            <a:off x="61874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1" name="Shape 4"/>
          <p:cNvSpPr/>
          <p:nvPr/>
        </p:nvSpPr>
        <p:spPr>
          <a:xfrm>
            <a:off x="64617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2592705"/>
            <a:ext cx="247650" cy="247650"/>
          </a:xfrm>
          <a:prstGeom prst="rect">
            <a:avLst/>
          </a:prstGeom>
        </p:spPr>
      </p:pic>
      <p:sp>
        <p:nvSpPr>
          <p:cNvPr id="213" name="Text 5"/>
          <p:cNvSpPr/>
          <p:nvPr/>
        </p:nvSpPr>
        <p:spPr>
          <a:xfrm>
            <a:off x="64617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300" dirty="0"/>
          </a:p>
        </p:txBody>
      </p:sp>
      <p:sp>
        <p:nvSpPr>
          <p:cNvPr id="214" name="Text 6"/>
          <p:cNvSpPr/>
          <p:nvPr/>
        </p:nvSpPr>
        <p:spPr>
          <a:xfrm>
            <a:off x="64617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90068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6" name="Shape 4"/>
          <p:cNvSpPr/>
          <p:nvPr/>
        </p:nvSpPr>
        <p:spPr>
          <a:xfrm>
            <a:off x="9281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92811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92811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33680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6" name="Shape 4"/>
          <p:cNvSpPr/>
          <p:nvPr/>
        </p:nvSpPr>
        <p:spPr>
          <a:xfrm>
            <a:off x="3642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7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5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36423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36423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navigates and acts on the web for you.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61874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1" name="Shape 4"/>
          <p:cNvSpPr/>
          <p:nvPr/>
        </p:nvSpPr>
        <p:spPr>
          <a:xfrm>
            <a:off x="64617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2" name="Image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9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64617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64617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5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Capstone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new project with Claude Code using the 7-step workflow, then present it. It can be a website, a web tool, a full-stack app or a mobile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8712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 idea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project: website, web tool, full-stack or mobile app.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33672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8712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clear build prompt (use ChatGPT to help).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18704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9872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712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Build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19872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then execute in bypass-permissions mode.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88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Commit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9808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for CLAUDE.md; push the code to GitHub.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33672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7" name="Shape 21"/>
          <p:cNvSpPr/>
          <p:nvPr/>
        </p:nvSpPr>
        <p:spPr>
          <a:xfrm>
            <a:off x="4434840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2885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10912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CI/CD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automate redeploys with GitHub Actions.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18704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32" name="Shape 25"/>
          <p:cNvSpPr/>
          <p:nvPr/>
        </p:nvSpPr>
        <p:spPr>
          <a:xfrm>
            <a:off x="8119872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8853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95944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119872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project and walk through how you built it.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Your Build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how to phrase it? Ask a chatbot (ChatGPT or Claude) to write your build prompt first, then paste the result into Claude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to give the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prompt to build a web app for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idea]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with the following features: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[feature 1]
  - [feature 2]
  - [feature 3]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should be built in HTML / CSS / JavaScript.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the prompt in markdown format.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refine the generated prompt and run it through the 7-step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Convert &amp; Present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your capstone mini-project presentation.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build, deployment, tests and optimisations to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 · PRACTICE EXAM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Exam Portal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 after class — Tertiary Exams offers realistic practice exams across AWS, Microsoft, Cisco, CompTIA, Google Cloud and more. Try 10 questions free on any exam.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/>
          <p:nvPr/>
        </p:nvSpPr>
        <p:spPr>
          <a:xfrm>
            <a:off x="1280160" y="2606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exams.tertiaryinfotech.com and search for your certification.</a:t>
            </a:r>
          </a:p>
        </p:txBody>
      </p:sp>
      <p:sp>
        <p:nvSpPr>
          <p:cNvPr id="9" name="Shape 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10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" name="Text 11"/>
          <p:cNvSpPr/>
          <p:nvPr/>
        </p:nvSpPr>
        <p:spPr>
          <a:xfrm>
            <a:off x="128016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10 free questions on any exam, in Practice Mode or Exam Mode.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" name="Text 14"/>
          <p:cNvSpPr/>
          <p:nvPr/>
        </p:nvSpPr>
        <p:spPr>
          <a:xfrm>
            <a:off x="128016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answers and explanations, then repeat until you are ready.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" y="4937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21201C"/>
          </a:solidFill>
          <a:ln/>
        </p:spPr>
      </p:sp>
      <p:sp>
        <p:nvSpPr>
          <p:cNvPr id="16" name="Text 16"/>
          <p:cNvSpPr/>
          <p:nvPr/>
        </p:nvSpPr>
        <p:spPr>
          <a:xfrm>
            <a:off x="91440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https://exams.tertiaryinfotech.com/</a:t>
            </a:r>
          </a:p>
        </p:txBody>
      </p:sp>
      <p:pic>
        <p:nvPicPr>
          <p:cNvPr id="95" name="Tertiary Exams" descr="exams.tertiaryinfotech.com home 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331720"/>
            <a:ext cx="4937760" cy="1750219"/>
          </a:xfrm>
          <a:prstGeom prst="roundRect">
            <a:avLst>
              <a:gd name="adj" fmla="val 2500"/>
            </a:avLst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7" name="Text 17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exams are the fastest way to find the gaps before the real certification.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9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20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