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97135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13.0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Capstone · Activity 6 + capstone presentations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03550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7787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3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77870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077870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58461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32781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41" y="26974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32781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32781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13371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87691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51" y="26974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7691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87691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568282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42602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762" y="269748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42602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842602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CLAUDE.md; plans the hero, testimonials and form sections.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93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310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331012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9709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342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151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394960" y="415137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7550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9926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394960" y="499262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Form Pre &amp; Post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Claude Code hook script under .claude/hooks/ and wire it in .claude/settings.json.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 — guard edits (e.g. validate/block) before Claude's tools run.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Pre-submit (form): have Claude validate every enquiry-form entry — name, email, tel — with inline errors.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Post-submit (form): on success play a voice message — “Hurray, thank you for your submission, we will get back to you in 3 business days.”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balloon / confetti effect on successful submission.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both the pre (validation) and post (voice + balloon) behaviour.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hooks live in .claude/hooks + .claude/settings.json; the form pre/post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Capstone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new project with Claude Code using the 7-step workflow, then present it. It can be a website, a web tool, a full-stack app or a mobile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8712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 idea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project: website, web tool, full-stack or mobile app.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33672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8712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clear build prompt (use ChatGPT to help).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18704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9872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712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Build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19872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then execute in bypass-permissions mode.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88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Commit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9808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for CLAUDE.md; push the code to GitHub.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33672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7" name="Shape 21"/>
          <p:cNvSpPr/>
          <p:nvPr/>
        </p:nvSpPr>
        <p:spPr>
          <a:xfrm>
            <a:off x="4434840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2885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10912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CI/CD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automate redeploys with GitHub Actions.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18704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32" name="Shape 25"/>
          <p:cNvSpPr/>
          <p:nvPr/>
        </p:nvSpPr>
        <p:spPr>
          <a:xfrm>
            <a:off x="8119872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8853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95944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119872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project and walk through how you built it.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Your Build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how to phrase it? Ask a chatbot (ChatGPT or Claude) to write your build prompt first, then paste the result into Claude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to give the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prompt to build a web app for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idea]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with the following features: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[feature 1]
  - [feature 2]
  - [feature 3]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should be built in HTML / CSS / JavaScript.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the prompt in markdown format.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refine the generated prompt and run it through the 7-step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Convert &amp; Present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your capstone mini-project presentation.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build, deployment, tests and optimisations to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